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62" y="13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055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4241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8745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7672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720569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238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991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603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063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894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134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1F9E4-8D93-4350-B453-CE02C0755F91}" type="datetimeFigureOut">
              <a:rPr lang="zh-TW" altLang="en-US" smtClean="0"/>
              <a:t>2025/5/5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E7F60-7F7E-409F-9BAF-6E8D0BDEFD2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987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1128659" y="1347681"/>
            <a:ext cx="4199466" cy="4162637"/>
          </a:xfrm>
          <a:prstGeom prst="ellipse">
            <a:avLst/>
          </a:prstGeom>
          <a:solidFill>
            <a:schemeClr val="bg2"/>
          </a:solidFill>
          <a:ln w="3810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流程圖: 延遲 5"/>
          <p:cNvSpPr/>
          <p:nvPr/>
        </p:nvSpPr>
        <p:spPr>
          <a:xfrm rot="16200000">
            <a:off x="2925664" y="4160426"/>
            <a:ext cx="585487" cy="596934"/>
          </a:xfrm>
          <a:prstGeom prst="flowChartDelay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2305928" y="2534337"/>
            <a:ext cx="280469" cy="101233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3799241" y="2647658"/>
            <a:ext cx="303211" cy="823463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9470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新細明體</vt:lpstr>
      <vt:lpstr>Arial</vt:lpstr>
      <vt:lpstr>Calibri</vt:lpstr>
      <vt:lpstr>Calibri Light</vt:lpstr>
      <vt:lpstr>Office 佈景主題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蔡志平</dc:creator>
  <cp:lastModifiedBy>蔡志平</cp:lastModifiedBy>
  <cp:revision>6</cp:revision>
  <dcterms:created xsi:type="dcterms:W3CDTF">2025-04-01T11:04:26Z</dcterms:created>
  <dcterms:modified xsi:type="dcterms:W3CDTF">2025-05-05T10:38:04Z</dcterms:modified>
</cp:coreProperties>
</file>